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Unified Telemetry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Two data planes · Per-user attribution · Zero manual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Native OTEL (automatic)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8 metrics + 24 events via OTLP.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Tokens, cost, sessions, commits,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PRs, LOC, tool decisions, active time.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Beta: distributed spans/traces.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Harness-Custom (9 metrics)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record-run.js -&gt; 9 Prometheus metrics: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agent_runs, turns, commands, tool_events,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skill_usage, skill_info, pending_reviews,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iteration_current, story_active.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Commit Trailers (git)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Every commit auto-tagged: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Harness-Lane, Mode, Iteration, Group.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Join key for Jira / GitHub / CI.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Per-User Attribution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HARNESS_USER from git config user.name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via settings.json. Every metric carries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 user label. Grafana filters by member.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Shared Team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Docker Compose: Collector (:4317),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Prometheus (:9090), Pushgateway (:9091),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Grafana (:3001). All devs push to same.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Pre-Built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25 Grafana panels across 9 sections.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3 dropdown filters (user, lane, group).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Skill tracking + native OTEL panels.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Data Flow: Developer to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Every Claude Code session pushes to the same telemetry stack — no manual steps after /scaffold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225296"/>
            <a:ext cx="1225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Developer A</a:t>
            </a:r>
          </a:p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73736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1773936"/>
            <a:ext cx="1225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Developer B</a:t>
            </a:r>
          </a:p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2322576"/>
            <a:ext cx="1225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Developer C</a:t>
            </a:r>
          </a:p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Claude Code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20240" y="1810512"/>
            <a:ext cx="45720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14600" y="1097280"/>
            <a:ext cx="1645920" cy="1737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6040" y="1188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alibri"/>
              </a:rPr>
              <a:t>OTLP (native)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444752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8 metrics + 24 events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tokens · cost · sessions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commits · PRs · LOC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tool accept/reject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active time · spans (beta)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297680" y="1810512"/>
            <a:ext cx="36576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1097280"/>
            <a:ext cx="15544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11887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OTEL Collector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144475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:4317 gRPC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:4318 HTTP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:8889 Prom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2011680"/>
            <a:ext cx="15544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21031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Pushgateway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35915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:9091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record-run.js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9 metrics + user label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492240" y="1810512"/>
            <a:ext cx="36576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95160" y="1280160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13258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alibri"/>
              </a:rPr>
              <a:t>Prometheus :9090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1554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Unified query endpoint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Scrapes both sources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7635240" y="1920240"/>
            <a:ext cx="320040" cy="274320"/>
          </a:xfrm>
          <a:prstGeom prst="downArrow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95160" y="228600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36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2331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Grafana :3001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25420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25 panels · 9 sections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Team 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611880"/>
            <a:ext cx="8321040" cy="45720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70332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settings.json env activates OTEL. record-run.js pushes on every hook. HARNESS_USER from git config. Zero manual steps.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20624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JSONL backup: .claude/runs/*.jsonl · Trailers: Harness-Lane / Mode / Iteration / Group · Git hook: prepare-commit-msg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Internal Pipeline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How telemetry flows from hook events and OTEL runtime to Prometheus and Grafana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HARNESS-CUSTOM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98448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44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Hook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UserPromptSubmit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PostToolUse (Edit|Write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|Bash|Task)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Stop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SubagentStop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59152" y="1691640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88920" y="1298448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344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record-run.js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157276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Reads state markers: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lane, mode, iteration,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group, story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Infers skills from catalog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Appends JSONL receipt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36592" y="1691640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66360" y="1298448"/>
            <a:ext cx="196596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1344168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alibri"/>
              </a:rPr>
              <a:t>telemetry-memory.js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57276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appendLedger()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seedLedgerFromRuns()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buildSnapshot():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ledger -&gt; Prometheus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text format (0.0.4)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251192" y="1691640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0" y="1298448"/>
            <a:ext cx="1051560" cy="96012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2" y="134416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alibri"/>
              </a:rPr>
              <a:t>Pushgateway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157276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:9091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HTTP POST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job=claude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_harness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_memory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2377440"/>
            <a:ext cx="1828800" cy="3474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239572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Calibri"/>
              </a:rPr>
              <a:t>.claude/runs/*.jsonl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2560320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Local backup + ledger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611880" y="2286000"/>
            <a:ext cx="228600" cy="109728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8803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78BFA"/>
                </a:solidFill>
                <a:latin typeface="Calibri"/>
              </a:rPr>
              <a:t>NATIVE OTEL PATH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090672"/>
            <a:ext cx="182880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1363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alibri"/>
              </a:rPr>
              <a:t>Claude Code Runtime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36499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ENABLE_TELEMETRY=1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OTEL_METRICS_EXPORTER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  =otlp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OTLP_ENDPOINT=:4317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359152" y="3401568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788920" y="3090672"/>
            <a:ext cx="182880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360" y="31363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alibri"/>
              </a:rPr>
              <a:t>OTLP gRPC / HTTP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336499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8 counters (metrics)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24 log events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Spans (beta, enhanced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telemetry flag)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736592" y="3401568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166360" y="3090672"/>
            <a:ext cx="1965960" cy="77724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57800" y="3136392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alibri"/>
              </a:rPr>
              <a:t>OTEL Collector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3364992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Receives: :4317 gRPC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           :4318 HTTP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Exports:  :8889 Prom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resource_to_telemetry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251192" y="3401568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80960" y="3090672"/>
            <a:ext cx="1051560" cy="77724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4112" y="3136392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alibri"/>
              </a:rPr>
              <a:t>Prometheus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54112" y="33375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:9090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Scrapes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:8889 +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:9091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15s interval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8092440" y="2304288"/>
            <a:ext cx="228600" cy="749808"/>
          </a:xfrm>
          <a:prstGeom prst="downArrow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66360" y="4023360"/>
            <a:ext cx="3566160" cy="502920"/>
          </a:xfrm>
          <a:prstGeom prst="roundRect">
            <a:avLst>
              <a:gd name="adj" fmla="val 6000"/>
            </a:avLst>
          </a:prstGeom>
          <a:solidFill>
            <a:srgbClr val="36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57800" y="40416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Grafana :3001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PromQL queries · 25 panels · 9 sections · 3 filters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092440" y="3913632"/>
            <a:ext cx="22860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Docker Compose: 4 services · prometheus_data + grafana_data volumes · 90-day TSDB retention · anonymous viewer enabled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9 Custom Prometheus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Pushed by record-run.js via telemetry-memory.js on every hook event · Per-user attribution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4 /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51560"/>
          <a:ext cx="83210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8768"/>
                <a:gridCol w="647192"/>
                <a:gridCol w="2126487"/>
                <a:gridCol w="295859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Key Labels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harness_agent_runs_total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agent, exit, kind,
lane, mode, group, story, iter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Agent velocity. Every subagent
execution with pass/fail.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harness_conversation_turns_total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kind (prompt | turn
| subagent_stop), lane, mode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Conversation turns. Proxy
for active engagement.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harness_command_invocations_total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command, lane,
mode, group, story, iter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Slash command usage. Which
skills and lanes used most.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harness_tool_events_total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tool, exit, lane,
mode, group, story, iter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Tool-level activity. Edit,
Write, Bash, Task volume.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harness_skill_usage_total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skill, directory, source,
kind, command, user, lane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 activations. Command
vs hook-inferred usage.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harness_skill_info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skill, directory,
path, description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 inventory metadata.
Info metric for PromQL joins.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harness_pending_reviews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lane, mode,
group, story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Reviews waiting. Green &lt; 3,
yellow &lt; 5, red &gt;= 5.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harness_iteration_current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group,
lane, mode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Current ratchet iteration.
Fewer = more efficient.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harness_story_active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group,
story, lane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Stories in progress.
Team WIP at a glance.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Also: instance (project dir), job (claude_harness_memory), host. Override: HARNESS_PUSHGATEWAY_URL.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8 Native OTEL Metrics (Zero Custom Code)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Activated by CLAUDE_CODE_ENABLE_TELEMETRY=1 · Exported via OTLP to Collector · All counters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5 /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51560"/>
          <a:ext cx="8321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1048"/>
                <a:gridCol w="2311400"/>
                <a:gridCol w="2958592"/>
              </a:tblGrid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Prometheus Name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Covers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Key Labels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claude_code_token_usage_tokens_total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Tokens by type, model, agent, skill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type (input/output/cacheRead/
cacheCreation), model, query_source,
speed, effort, agent.name, skill.name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claude_code_cost_usage_USD_total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USD cost with same breakdowns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model, query_source (main/subagent/
auxiliary), speed, effort, agent.name,
skill.name, plugin.name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claude_code_session_count_total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Sessions (fresh/resume/continue)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session.id, start_type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claude_code_lines_of_code_count_total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LOC added / removed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type (added/removed)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claude_code_commit_count_total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Git commits created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standard attributes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claude_code_pull_request_count_total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PRs created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standard attributes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claude_code_code_edit_tool_decision_total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 accept / reject rates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tool_name, decision (accept/reject),
source, language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claude_code_active_time_seconds_total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Active time excluding idle (sec)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type (user/cli)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3977639"/>
            <a:ext cx="8321040" cy="54864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069079"/>
            <a:ext cx="7955279" cy="365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Standard attrs: session.id, organization.id, user.account_uuid, user.email, terminal.type, app.version (opt-in)</a:t>
            </a:r>
          </a:p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Cache hit = sum(token{type="cache_read"}) / sum(token{type=~"cache_read|input"}).  Dashboard: grafana.com/dashboards/24993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Beta spans: set CLAUDE_CODE_ENHANCED_TELEMETRY_BETA=1 for interaction / llm_request / tool / hook spans.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24 Native OTEL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Log-based events emitted via OTLP alongside metrics · OTEL_LOG_TOOL_DETAILS=1 for full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6 /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51560"/>
          <a:ext cx="83210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8768"/>
                <a:gridCol w="2034032"/>
                <a:gridCol w="3698240"/>
              </a:tblGrid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Event Name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When Emitted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Key Attributes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claude_code.user_prompt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 submits a prompt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prompt_length, command_name, prompt (if LOG_USER_PROMPTS)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claude_code.tool_result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 completes execution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tool_name, success, duration_ms, decision_type, error_type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claude_code.api_request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API request succeeds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model, cost_usd, duration_ms, input/output/cache tokens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claude_code.api_error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API request fails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model, error, status_code, attempt, request_id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claude_code.tool_decision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Permission decision made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tool_name, decision, source (config/hook/user)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claude_code.skill_activated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 invoked (/ or proactive)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skill.name, invocation_trigger, skill.source, plugin.name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claude_code.plugin_loaded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Plugin enabled at session start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plugin.name, scope, skill_path_count, has_hooks, has_mcp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claude_code.hook_execution_complete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Hooks for event finish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hook_event, num_hooks, num_success, total_duration_ms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claude_code.mcp_server_connection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MCP server connects/fails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status, transport_type, server_scope, duration_ms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claude_code.compaction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Conversation compacted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trigger (auto/manual), pre/post_tokens, duration_ms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claude_code.permission_mode_changed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Permission mode changes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from_mode, to_mode, trigger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claude_code.auth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Login / logout completes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action, success, auth_method, error_category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4462272"/>
            <a:ext cx="8321040" cy="292608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553712"/>
            <a:ext cx="7955279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+12 more: api_request/response_body, api_retries_exhausted, internal_error, plugin_installed, hook_registered, hook_execution_start, hook_plugin_metrics, at_mention, feedback_survey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Grafana: Team Velocity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25 panels · 9 sections · 3 dropdown filters (user, lane, group) · Auto-loaded by /scaffold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Turns by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chart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7627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Success vs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Donut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6791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Agent/Tool</a:t>
            </a:r>
          </a:p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Workload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chart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Lane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Pie chart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Iteration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per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119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Active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Stories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Table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Pending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Reviews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7627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6791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Effort per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5955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Effort per</a:t>
            </a:r>
          </a:p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5119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Success per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Agent/Tool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Exec Mode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Distrib.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Pie chart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7627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Turns by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User+Lane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7627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9476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6791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Command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Invocations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6791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5955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Tool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Activity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5955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7804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5119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Sessions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5119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Cost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(USD)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0312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7627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Tokens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Used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7627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79476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6791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Active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Time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6791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5955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Developer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Output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955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7804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5119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Native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Tokens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5119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463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Native</a:t>
            </a:r>
          </a:p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Cost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463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17627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Edit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Decisions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7627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9476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6791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Skill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Usage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6791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955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Installed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Skills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5955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Table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7804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5119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All Agent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Runs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5119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Table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http://localhost:3001 · admin / harness · Anonymous viewer · Prometheus auto-provisioned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Weekly Team Velocity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Run these PromQL queries weekly · Targets based on production harness usage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8 /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97280"/>
          <a:ext cx="83210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1400"/>
                <a:gridCol w="4160520"/>
                <a:gridCol w="1849120"/>
              </a:tblGrid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PromQL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Total agent runs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Rising w/w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Runs per member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 by (user) 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Even dist.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Success rate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sum(...{exit="ok"}) / sum(harness_agent_runs_total)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&gt; 90%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Generator success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...{agent="generator",exit="ok"} / ...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&gt; 85%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Evaluator pass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...{agent="evaluator",exit="ok"} / ...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&gt; 80%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Critic/generator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...{agent="design-critic"} / ...{agent="generator"}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&lt; 2.0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Pending reviews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harness_pending_reviews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&lt; 5/user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Lane distribution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 by (lane) 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Bulk auto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Avg iterations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avg(harness_iteration_current)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&lt; 5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USD cost/day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sum(max_over_time(claude_code_cost_usage_USD_total[24h]))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Down/feat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5720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(...) = harness_agent_runs_total. Paste into :9090 or Grafana.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Greenfield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/scaffold -&gt; /brd -&gt; /spec -&gt; /design -&gt; /auto · All queryable from Prometheus :9090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9 /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97280"/>
          <a:ext cx="832103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998524"/>
                <a:gridCol w="5242255"/>
              </a:tblGrid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PromQL / Measurement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Time-to-first-green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ts delta: first record -&gt; evaluator exit=ok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Iterations-to-green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max(harness_iteration_current) per group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Pass-on-first-try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...{agent="evaluator",iteration="1",exit="ok"} / groups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Tokens per feature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sum(increase(token_usage_total[24h])) / features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Cost per feature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sum(increase(cost_usage_total[24h])) / features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Design-critic iters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sum(...{agent="design-critic"}) per group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Scaffold-to-first-PR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First harness ts -&gt; PR merge ts via GitHub API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38912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All harness metrics in Prometheus. Per-user: add {user="name"} filter.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Brownfield + Review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Attempt-to-merge &gt; throughput · Review displacement = largest cost savings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406908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70432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BROWNFIELD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44752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Attempt-to-merge — merged / opened PRs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Rework rate (7/30-day) — follow-up fixes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Blast radius — LOC / files per PR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Seam fit — changes inside /seam-finder output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Lane correctness — right lane for the work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Map staleness — 14 days OR 50 commits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097280"/>
            <a:ext cx="406908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170432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REVIEW &amp; SECURITY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444752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Reviewer-hours per PR (pre vs post harness)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Pre-merge defects caught by agent reviewers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Review agent cost — claude_code.cost.usage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Security findings shifted left (pre-merge)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Reviewer-comments-per-PR (quality proxy)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Verification tax — human / agent wall-clock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154680"/>
            <a:ext cx="8321040" cy="64008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46120"/>
            <a:ext cx="7955279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Monthly savings = PRs/mo x (baseline - post-harness review hrs) x loaded rate - agent cost</a:t>
            </a:r>
          </a:p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Anchor: 200 PRs x 1.0 hr saved x $150/hr = $30k/month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4069080" cy="45720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0507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alibri"/>
              </a:rPr>
              <a:t>Yield &gt; Throughput. Attempt-to-merge, rework rate, verification tax survive Goodhart.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931920"/>
            <a:ext cx="4069080" cy="457200"/>
          </a:xfrm>
          <a:prstGeom prst="roundRect">
            <a:avLst>
              <a:gd name="adj" fmla="val 6000"/>
            </a:avLst>
          </a:prstGeom>
          <a:solidFill>
            <a:srgbClr val="36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00507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87171"/>
                </a:solidFill>
                <a:latin typeface="Calibri"/>
              </a:rPr>
              <a:t>Quality drift: lint/complexity rises ~18-39% in AI-heavy repos. Watch defect-escape/1k LOC.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Getting Started: 5 Minutes to Team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One-time per team · Per-developer: just /scaffold · Everything auto-configured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188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Clone &amp; Load Plugin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35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git clone .../claude_harness_eng_v4.git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claude --plugin-dir ~/claude_harness_eng_v4/.claude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856232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47672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B923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901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Run /scaffold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148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Generates settings.json with telemetry env vars, .env, docker compose, Grafana configs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569464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60904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4ADE8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6151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Start Telemetry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620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docker compose -f telemetry_docker_compose.yml up -d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4 services: Collector · Prometheus · Pushgateway · Grafana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282696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74136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78BFA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284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Open Grafana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575303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http://localhost:3001 (admin / harness)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25-panel Team Productivity dashboard auto-loaded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995928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87368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BBF24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Build Something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88536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/brd -&gt; /spec -&gt; /design -&gt; /auto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Metrics flow automatically. Check Grafana.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720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Remote: change OTEL_EXPORTER_OTLP_ENDPOINT + HARNESS_PUSHGATEWAY_URL in settings.json.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