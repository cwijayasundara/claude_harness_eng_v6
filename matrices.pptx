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Measuring the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Two-layer architecture: Claude Code native OTEL for standard metrics + harness-custom for lane/iteration/contract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v4   ·   Productivity &amp; ROI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1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2984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Native OTEL (reuse)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6002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Claude Code ships 8 metrics + 24 events via OpenTelemetry: tokens, cost, sessions, commits, PRs, LOC, tool acceptance, active time. Enable with CLAUDE_CODE_ENABLE_TELEMETRY=1. No custom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2984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Harness-custom (build)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6002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Lane, mode, iteration, group, contract pass/fail — concepts that exist only in the harness. Captured by record-run.js → .claude/runs/*.jsonl + Harness-Lane: commit trailers.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12984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alibri"/>
              </a:rPr>
              <a:t>External (join)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16002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PR merge state, rework rate, reviewer wall-clock, defect-escape — live in Jira/ADO/GitHub/CI. The Harness-Lane: trailer is the join key so external dashboards can segment by lane.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8986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Three buckets, never averaged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32004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Greenfield, brownfield, and review-displaced are reported separately. A single blended number hides regressions in the hard mode.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4992" y="28986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Yield &gt; Throughput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32004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Attempt-to-merge ratio, rework rate, and verification tax survive Goodhart. Throughput alone is gameable with low-quality PRs.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3912" y="28986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Calibri"/>
              </a:rPr>
              <a:t>ROI = saved $ − cost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32004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(Engineer-hours saved × loaded rate) − (agent cost from native OTEL). Token cost reads directly from claude_code.cost.usage metric.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The 4-Dimension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Adapted from DX Core 4 — split per lane, because greenfield and brownfield behave nothing alike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v4   ·   Productivity &amp; ROI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2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2984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1. 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6002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Shippable work per week. Merged-PRs/week, story-groups completed, contract-pass rate. Easy to inflate — never report alone.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2984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2. Yield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6002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Fraction of attempts that merge and stick. Attempt-to-merge, evaluator-pass-on-first-try, 7/30-day rework rate. The honest number.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12984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alibri"/>
              </a:rPr>
              <a:t>3.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16002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Tokens + cost from native OTEL (claude_code.cost.usage). Verification tax (human review-time vs. agent wall-clock) is the hidden line item.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8986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4. Quality drift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32004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Silent debt. Lint/complexity rise ~18–39% in AI-heavy repos. Defect-escape per 1k LOC. Contract-erosion mid-iteration.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4992" y="28986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Reporting rule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32004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Every dashboard splits Greenfield · Brownfield · Review-displaced. Tag every commit with Harness-Lane: to make segmentation cheap.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3912" y="28986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Calibri"/>
              </a:rPr>
              <a:t>Baseline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32004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Numbers without a baseline are noise. Maintain reference BRDs (in-house SWE-bench) and tag pre-harness vs. post-harness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Greenfield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Lane: /scaffold → /brd → /spec → /design → /implement → /evaluate.  Headline = wall-clock to all-features-green ÷ feature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v4   ·   Productivity &amp; ROI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3 / 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143000"/>
          <a:ext cx="8321038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916"/>
                <a:gridCol w="2193728"/>
                <a:gridCol w="2950186"/>
                <a:gridCol w="1664208"/>
              </a:tblGrid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 anchor="t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marT="36576" marB="36576" anchor="t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How to measure</a:t>
                      </a:r>
                    </a:p>
                  </a:txBody>
                  <a:tcPr marL="73152" marR="73152" marT="36576" marB="36576" anchor="t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36576" marB="36576" anchor="t">
                    <a:solidFill>
                      <a:srgbClr val="334155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Time-to-first-green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Wall-clock from /spec accepted → first contract PASS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ts delta between first and evaluator-pass records in .claude/runs/*.jsonl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Harness-custom (record-run.js)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Iterations-to-green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Generator↔evaluator round-trips before contract pass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Max `iteration` field per group_id in run-receipts; also `Harness-Iteration:` commit trailer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Harness-custom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Contract-pass-on-first-try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% of story groups passing evaluator on iteration 1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Count records: agent=evaluator, iteration=1, exit=ok ÷ total groups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Harness-custom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Tokens per feature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Σ tokens ÷ features in features.json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claude_code.token.usage metric, filtered by skill.name matching the group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Native OTEL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Cost per feature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USD spent per shippable feature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claude_code.cost.usage metric, filtered by agent.name + skill.name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Native OTEL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Design-critic convergence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Iterations until 4-criterion score ≥ threshold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Count `kind=subagent agent=design-critic` records per group in run-receipts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Harness-custom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Scaffold-to-first-PR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Days from /scaffold → first merged PR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First run-receipt ts + PR merge ts via PR API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External + Harness ts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448056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Native OTEL = CLAUDE_CODE_ENABLE_TELEMETRY=1 (enabled by scaffold). Harness-custom = .claude/runs/*.jsonl (record-run.js). No duplication — each metric has exactly one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Brownfield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Lane: /brownfield → /seam-finder → /vibe | /improve | /refactor.  Headline = attempt-to-merge ratio, NOT throughput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v4   ·   Productivity &amp; ROI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4 / 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143000"/>
          <a:ext cx="8321038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916"/>
                <a:gridCol w="2193728"/>
                <a:gridCol w="2950186"/>
                <a:gridCol w="1664208"/>
              </a:tblGrid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 anchor="t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marT="36576" marB="36576" anchor="t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How to measure</a:t>
                      </a:r>
                    </a:p>
                  </a:txBody>
                  <a:tcPr marL="73152" marR="73152" marT="36576" marB="36576" anchor="t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36576" marB="36576" anchor="t">
                    <a:solidFill>
                      <a:srgbClr val="334155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Attempt-to-merge ratio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Merged agent PRs ÷ opened agent PRs (industry ~33%)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PR API: count PRs with `Harness-Lane:` trailer, grouped by lane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External + Harness trailer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Rework rate (7 / 30-day)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% of merged agent PRs needing follow-up fix within window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git blame + PR cross-ref, filtered by Harness-Lane: trailer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External + Harness trailer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Blast radius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LOC added+removed / files touched per PR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Native claude_code.lines_of_code.count + git diff, bucketed by Harness-Lane: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Native OTEL + Harness trailer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Contract preservation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% of pre-existing tests still passing post-change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CI test-result delta vs. base branch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External (CI)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Seam fit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% of changes inside seams ranked by /seam-finder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Diff file paths ∩ /seam-finder artifact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Harness-custom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Lane correctness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% of changes done in the right lane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.claude/state/current-lane (lane-classify) vs. blast radius from git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Harness-custom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</a:tr>
              <a:tr h="405765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Brownfield-map staleness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Map age × repo churn since last /brownfield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brownfield-staleness.js warns at 14 days OR 50 commits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Harness-custom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4480560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External metrics join to harness via the Harness-Lane: commit trailer. Native OTEL provides LOC and cost baselines. Harness-custom provides seam/lane/staleness — concepts with no native equivalent.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Review &amp; Security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The largest displaceable cost — and where the harness most clearly pays for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v4   ·   Productivity &amp; ROI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5 / 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097280"/>
          <a:ext cx="832103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916"/>
                <a:gridCol w="2193728"/>
                <a:gridCol w="2950186"/>
                <a:gridCol w="1664208"/>
              </a:tblGrid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36576" marB="36576" anchor="t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marT="36576" marB="36576" anchor="t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How to measure</a:t>
                      </a:r>
                    </a:p>
                  </a:txBody>
                  <a:tcPr marL="73152" marR="73152" marT="36576" marB="36576" anchor="t">
                    <a:solidFill>
                      <a:srgbClr val="33415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8FAFC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 marL="73152" marR="73152" marT="36576" marB="36576" anchor="t">
                    <a:solidFill>
                      <a:srgbClr val="334155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Reviewer-hours per PR (Δ)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Avg human review-time before vs. after harness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PR open → approval ts from PR API, filtered by Harness-Lane: trailer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External + Harness trailer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Pre-merge defects caught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Issues caught by /review + security-reviewer + clean-code-reviewer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Count subagent records in .claude/runs/*.jsonl (agent = reviewer types)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Harness-custom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Review agent cost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USD spent on automated code + security review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claude_code.cost.usage filtered by agent.name ∈ {clean-code-reviewer, security-reviewer}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Native OTEL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Security findings shifted left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Critical / high findings caught pre-merge vs. post-merge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Subagent records (pre-merge) + post-merge SAST diff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Harness-custom + External SAST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Reviewer-comments-per-PR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Drop in human comments per PR (first-pass quality proxy)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PR comment count via PR API, filtered by Harness-Lane: trailer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External + Harness trailer</a:t>
                      </a:r>
                    </a:p>
                  </a:txBody>
                  <a:tcPr marL="73152" marR="73152" marT="36576" marB="36576" anchor="t">
                    <a:solidFill>
                      <a:srgbClr val="1E293B"/>
                    </a:solidFill>
                  </a:tcPr>
                </a:tc>
              </a:tr>
              <a:tr h="40495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Verification tax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Human review-minutes ÷ agent wall-clock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PR open→merge ts (PR API) ÷ native claude_code.active_time.total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CBD5E1"/>
                          </a:solidFill>
                          <a:latin typeface="Calibri"/>
                        </a:rPr>
                        <a:t>Native OTEL + External</a:t>
                      </a:r>
                    </a:p>
                  </a:txBody>
                  <a:tcPr marL="73152" marR="73152" marT="36576" marB="36576" anchor="t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4069080"/>
            <a:ext cx="8321040" cy="685800"/>
          </a:xfrm>
          <a:prstGeom prst="roundRect">
            <a:avLst>
              <a:gd name="adj" fmla="val 10000"/>
            </a:avLst>
          </a:prstGeom>
          <a:solidFill>
            <a:srgbClr val="0C4A6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160520"/>
            <a:ext cx="795527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Monthly savings $  =  PRs/month × (baseline review hrs − post-harness review hrs) × loaded rate  −  review-agent cost (from native claude_code.cost.usage)</a:t>
            </a:r>
          </a:p>
          <a:p>
            <a:pPr algn="l"/>
            <a:r>
              <a:rPr sz="1100" b="1">
                <a:solidFill>
                  <a:srgbClr val="F8FAFC"/>
                </a:solidFill>
                <a:latin typeface="Calibri"/>
              </a:rPr>
              <a:t>Anchor: 200 PRs × 1.0 hr saved × $150/hr  =  $30k/month.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F8FAFC"/>
                </a:solidFill>
                <a:latin typeface="Calibri"/>
              </a:rPr>
              <a:t>Two-Layer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8321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38BDF8"/>
                </a:solidFill>
                <a:latin typeface="Calibri"/>
              </a:rPr>
              <a:t>Native OTEL for standard metrics (reuse) + harness-custom for lane/iteration/contract (build) + external for PR/CI state (join)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846320"/>
            <a:ext cx="5943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Claude Harness Engine v4   ·   Productivity &amp; ROI Measurement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8463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Calibri"/>
              </a:rPr>
              <a:t>6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2984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38BDF8"/>
                </a:solidFill>
                <a:latin typeface="Calibri"/>
              </a:rPr>
              <a:t>Layer 1: Native OTEL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6002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CLAUDE_CODE_ENABLE_TELEMETRY=1 (enabled by /scaffold). Exports tokens, cost, sessions, commits, PRs, LOC, tool accept/reject, active time. Cost attribution by model + agent.name + skill.name. → Grafana / Prometheus / Datadog.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12984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923C"/>
                </a:solidFill>
                <a:latin typeface="Calibri"/>
              </a:rPr>
              <a:t>Layer 2: Harness-custom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6002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record-run.js → .claude/runs/*.jsonl. Fields: lane, mode, iteration, group_id, agent, exit (contract pass/fail). Only concepts with no native OTEL equivalent. Lightweight journal, not a telemetry 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11887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12984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ADE80"/>
                </a:solidFill>
                <a:latin typeface="Calibri"/>
              </a:rPr>
              <a:t>Layer 3: External (join via trailer)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3912" y="16002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PR merge state, rework rate, reviewer wall-clock, defect-escape — Jira/ADO/GitHub/CI. The Harness-Lane: commit trailer (auto-injected by prepare-commit-msg) is the join key.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8986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A78BFA"/>
                </a:solidFill>
                <a:latin typeface="Calibri"/>
              </a:rPr>
              <a:t>Lane-classify + trailers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32004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/lane-classify writes .claude/state/current-lane. prepare-commit-msg reads it + mode/iteration/group. Every commit and run-receipt is segmented by lane automatically.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64992" y="28986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BBF24"/>
                </a:solidFill>
                <a:latin typeface="Calibri"/>
              </a:rPr>
              <a:t>Brownfield-staleness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2" y="32004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brownfield-staleness.js soft-warns when specs/brownfield/ is &gt;14 days or &gt;50 commits stale. No native equivalent — harness-specific seam/map concepts.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9320" y="2788920"/>
            <a:ext cx="26974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3912" y="2898648"/>
            <a:ext cx="23682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87171"/>
                </a:solidFill>
                <a:latin typeface="Calibri"/>
              </a:rPr>
              <a:t>Contract budgets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3200400"/>
            <a:ext cx="2368296" cy="1005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Calibri"/>
              </a:rPr>
              <a:t>sprint-contract.json: max_iterations + max_files_changed (harness concepts). Token/cost budgets → native claude_code.cost.usage alerts in Grafana instead of duplicating in the contract.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