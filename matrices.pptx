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Measuring the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Two-layer architecture: Claude Code native OTEL for standard metrics + harness-custom for lane/iteration/contract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 /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Native OTEL (reuse)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Claude Code ships 8 metrics + 24 events via OpenTelemetry: tokens, cost, sessions, commits, PRs, LOC, tool acceptance, active time. Enable with CLAUDE_CODE_ENABLE_TELEMETRY=1. No custom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Harness-custom (build)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Lane, mode, iteration, group, contract pass/fail — concepts that exist only in the harness. Captured by record-run.js → .claude/runs/*.jsonl + Harness-Lane: commit trailers.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External (join)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 merge state, rework rate, reviewer wall-clock, defect-escape — live in Jira/ADO/GitHub/CI. The Harness-Lane: trailer is the join key so external dashboards can segment by lane.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Three buckets, never averaged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Greenfield, brownfield, and review-displaced are reported separately. A single blended number hides regressions in the hard mode.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Yield &gt;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Attempt-to-merge ratio, rework rate, and verification tax survive Goodhart. Throughput alone is gameable with low-quality PRs.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ROI = saved $ −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(Engineer-hours saved × loaded rate) − (agent cost from native OTEL). Token cost reads directly from claude_code.cost.usage metric.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4-Dimension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Adapted from DX Core 4 — split per lane, because greenfield and brownfield behave nothing alike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1.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Shippable work per week. Merged-PRs/week, story-groups completed, contract-pass rate. Easy to inflate — never report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2. Yield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Fraction of attempts that merge and stick. Attempt-to-merge, evaluator-pass-on-first-try, 7/30-day rework rate. The honest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3.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Tokens + cost from native OTEL (claude_code.cost.usage). Verification tax (human review-time vs. agent wall-clock) is the hidden line item.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4. Quality 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Silent debt. Lint/complexity rise ~18–39% in AI-heavy repos. Defect-escape per 1k LOC. Contract-erosion mid-iteration.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Reporting 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Every dashboard splits Greenfield · Brownfield · Review-displaced. Tag every commit with Harness-Lane: to make segmentation cheap.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Baseline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Numbers without a baseline are noise. Maintain reference BRDs (in-house SWE-bench) and tag pre-harness vs. post-harness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Greenfield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Lane: /scaffold → /brd → /spec → /design → /implement → /evaluate.  Headline = wall-clock to all-features-green ÷ feature 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143000"/>
          <a:ext cx="832103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916"/>
                <a:gridCol w="2193728"/>
                <a:gridCol w="2950186"/>
                <a:gridCol w="1664208"/>
              </a:tblGrid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How to measure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Time-to-first-green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Wall-clock from /spec accepted → first contract PASS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ts delta between first and evaluator-pass records in .claude/runs/*.jsonl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 (record-run.js)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Iterations-to-green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Generator↔evaluator round-trips before contract pass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Max `iteration` field per group_id in run-receipts; also `Harness-Iteration:` commit trailer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Contract-pass-on-first-try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% of story groups passing evaluator on iteration 1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 records: agent=evaluator, iteration=1, exit=ok ÷ total groups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Tokens per feature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Σ tokens ÷ features in features.json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claude_code.token.usage metric, filtered by skill.name matching the group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OTEL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Cost per feature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spent per shippable feature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claude_code.cost.usage metric, filtered by agent.name + skill.name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OTEL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Design-critic convergence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Iterations until 4-criterion score ≥ threshold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 `kind=subagent agent=design-critic` records per group in run-receipts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Scaffold-to-first-PR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Days from /scaffold → first merged 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First run-receipt ts + PR merge ts via PR API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+ Harness ts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48056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Native OTEL = CLAUDE_CODE_ENABLE_TELEMETRY=1 (enabled by scaffold). Harness-custom = .claude/runs/*.jsonl (record-run.js). No duplication — each metric has exactly one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Brownfield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Lane: /brownfield → /seam-finder → /vibe | /improve | /refactor.  Headline = attempt-to-merge ratio, NOT throughput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143000"/>
          <a:ext cx="832103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916"/>
                <a:gridCol w="2193728"/>
                <a:gridCol w="2950186"/>
                <a:gridCol w="1664208"/>
              </a:tblGrid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How to measure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Attempt-to-merge ratio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Merged agent PRs ÷ opened agent PRs (industry ~33%)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 API: count PRs with `Harness-Lane:` trailer, grouped by lane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+ Harness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Rework rate (7 / 30-day)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% of merged agent PRs needing follow-up fix within window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git blame + PR cross-ref, filtered by Harness-Lane: trailer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+ Harness trailer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Blast radius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LOC added+removed / files touched per 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claude_code.lines_of_code.count + git diff, bucketed by Harness-Lane: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OTEL + Harness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Contract preservation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% of pre-existing tests still passing post-change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CI test-result delta vs. base branch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(CI)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Seam fit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% of changes inside seams ranked by /seam-finder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Diff file paths ∩ /seam-finder artifact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Lane correctness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% of changes done in the right lane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.claude/state/current-lane (lane-classify) vs. blast radius from git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576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Brownfield-map staleness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Map age × repo churn since last /brownfield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brownfield-staleness.js warns at 14 days OR 50 commits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48056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External metrics join to harness via the Harness-Lane: commit trailer. Native OTEL provides LOC and cost baselines. Harness-custom provides seam/lane/staleness — concepts with no native equivalent.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Review &amp; Security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largest displaceable cost — and where the harness most clearly pays for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832103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916"/>
                <a:gridCol w="2193728"/>
                <a:gridCol w="2950186"/>
                <a:gridCol w="1664208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How to measure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Reviewer-hours per PR (Δ)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Avg human review-time before vs. after harness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 open → approval ts from PR API, filtered by Harness-Lane: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+ Harness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Pre-merge defects caught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Issues caught by /review + security-reviewer + clean-code-reviewer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 subagent records in .claude/runs/*.jsonl (agent = reviewer types)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Review agent cost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spent on automated code + security review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claude_code.cost.usage filtered by agent.name ∈ {clean-code-reviewer, security-reviewer}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OTEL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Security findings shifted left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Critical / high findings caught pre-merge vs. post-merge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Subagent records (pre-merge) + post-merge SAST diff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Harness-custom + External SAST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Reviewer-comments-per-PR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Drop in human comments per PR (first-pass quality proxy)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 comment count via PR API, filtered by Harness-Lane: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 + Harness trailer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49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Verification tax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Human review-minutes ÷ agent wall-clock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 open→merge ts (PR API) ÷ native claude_code.active_time.total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 OTEL + External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069080"/>
            <a:ext cx="8321040" cy="68580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Monthly savings $  =  PRs/month × (baseline review hrs − post-harness review hrs) × loaded rate  −  review-agent cost (from native claude_code.cost.usage)</a:t>
            </a:r>
          </a:p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Anchor: 200 PRs × 1.0 hr saved × $150/hr  =  $30k/month.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Two-Layer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Native OTEL for standard metrics (reuse) + harness-custom for lane/iteration/contract (build) + external for PR/CI state (join)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Productivity &amp; ROI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Layer 1: Native OTEL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CLAUDE_CODE_ENABLE_TELEMETRY=1 (enabled by /scaffold). Exports tokens, cost, sessions, commits, PRs, LOC, tool accept/reject, active time. Cost attribution by model + agent.name + skill.name. → Grafana / Prometheus / Datadog.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Layer 2: Harness-custom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record-run.js → .claude/runs/*.jsonl. Fields: lane, mode, iteration, group_id, agent, exit (contract pass/fail). Only concepts with no native OTEL equivalent. Lightweight journal, not a telemetry system.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Layer 3: External (join via trailer)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 merge state, rework rate, reviewer wall-clock, defect-escape — Jira/ADO/GitHub/CI. The Harness-Lane: commit trailer (auto-injected by prepare-commit-msg) is the join key.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Lane-classify + trailers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/lane-classify writes .claude/state/current-lane. prepare-commit-msg reads it + mode/iteration/group. Every commit and run-receipt is segmented by lane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Brownfield-staleness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brownfield-staleness.js soft-warns when specs/brownfield/ is &gt;14 days or &gt;50 commits stale. No native equivalent — harness-specific seam/map concepts.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Contract budgets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sprint-contract.json: max_iterations + max_files_changed (harness concepts). Token/cost budgets → native claude_code.cost.usage alerts in Grafana instead of duplicating in the contract.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